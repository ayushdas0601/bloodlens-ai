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2" autoAdjust="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027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enggan/BCCD_Datas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tensorflow.org/lite/models/modify/model_maker/object_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851512"/>
            <a:ext cx="8534400" cy="122493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BloodLens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9964099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SIH25131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Student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Inovation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MedTech/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/HealthTech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ID- 54108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CodeX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1514" y="3696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BloodLens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395246"/>
            <a:ext cx="11906656" cy="581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We propose a Deep Learning-based software that analyzes microscopic images of blood samples.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Instead of traditional manual testing with syringes and labs, the system requires only a microscopic image.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Ensures accessibility in rural and resource-limited areas where labs are short.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Provides faster diagnosis, eliminating delays caused by manual methods.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First of its kind approach combining microscopic images and real time AI detection.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Portable and cost effective: It only requires a microscope, camera and software.</a:t>
            </a:r>
          </a:p>
          <a:p>
            <a:endParaRPr lang="en-US" sz="20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CodeX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00097"/>
            <a:ext cx="11440886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Technologies Used </a:t>
            </a:r>
            <a:r>
              <a:rPr lang="en-US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					  </a:t>
            </a: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Flowchart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Frontend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HTML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CSS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JavaScript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Backend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Flask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Python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OpenCV 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Tensorflow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YOLOv8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Scikit-Learn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itchFamily="34" charset="0"/>
                <a:cs typeface="Arial" pitchFamily="34" charset="0"/>
              </a:rPr>
              <a:t>Pytorch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1028700" lvl="1" indent="-571500" algn="just">
              <a:buFont typeface="+mj-lt"/>
              <a:buAutoNum type="romanUcPeriod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CodeX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E790CA-F3D9-E833-AA03-DA8F35CF6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137" y="1686750"/>
            <a:ext cx="5572125" cy="43954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020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CodeX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2749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DF3A45-0648-C2CE-CA2A-A37DC211A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87836" y="-78665"/>
            <a:ext cx="2242331" cy="4268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D56C7-E233-9643-B6C6-1DA74498C0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" t="8425" r="3" b="-365"/>
          <a:stretch>
            <a:fillRect/>
          </a:stretch>
        </p:blipFill>
        <p:spPr>
          <a:xfrm>
            <a:off x="8811405" y="1051198"/>
            <a:ext cx="3239081" cy="28442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4DFC81-C833-B401-915A-9900A160B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579" y="3393879"/>
            <a:ext cx="4137739" cy="22423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725B48-97F1-5449-F1FB-6DBFAC527D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4" y="864711"/>
            <a:ext cx="4251477" cy="26603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56B933-6416-DAF4-B389-D5A27080D9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4960" y="3594931"/>
            <a:ext cx="3860736" cy="25366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608AC1-F729-DC9F-4565-D0A4FD856C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339" y="4035241"/>
            <a:ext cx="3239082" cy="213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095375"/>
            <a:ext cx="1118616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Provides fast and reliable diagnosis to patients.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Enables rural healthcare centers to perform blood tests without advanced labs.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Saves critical time in emergency cases, improving patient survival chances.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Brings advanced healthcare to underserved and rural areas.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- Reduces costs of labs testing and hospital resources.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l- Minimizes use of consumables (test kits) i.e. eco-friendly.</a:t>
            </a:r>
          </a:p>
          <a:p>
            <a:pPr lvl="1" algn="just">
              <a:defRPr/>
            </a:pPr>
            <a:r>
              <a:rPr lang="en-US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Future Scopes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We’ll detect diseases like Malaria, Anemia and it’s different types.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The model will be integrated through a digital microscope and can be used directly through smartphones.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lvl="1" algn="just">
              <a:defRPr/>
            </a:pPr>
            <a:endParaRPr lang="en-US" sz="28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 algn="just"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CodeX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3973" y="1059580"/>
            <a:ext cx="93853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Shenggan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 BCCD Dataset; 2017. Available from: 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https://github.com/Shenggan/BCCD_Dataset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https://www.tensorflow.org/lite/models/modify/model_maker/object_detection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Reddy, K Venkata Shiva Rama Krishna et al Malaria Parasite Detection in Thick Blood Smears Using Deep Learning International Journal of Engineering and Advanced Technology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Kiggundu, M., </a:t>
            </a:r>
            <a:r>
              <a:rPr lang="en-US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Nsobya</a:t>
            </a: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S.L., Kamya, M.R., Filler, S., Nasr, S., Dorsey, G. and Yeka, A. Evaluation of a comprehensive refresher training program in malaria microscopy covering four districts of Uganda. The American journal of tropical medicine and hygiene, 84(5), p.820, 2011.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CodeX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7701</TotalTime>
  <Words>431</Words>
  <Application>Microsoft Office PowerPoint</Application>
  <PresentationFormat>Widescreen</PresentationFormat>
  <Paragraphs>71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BloodLens AI</vt:lpstr>
      <vt:lpstr>TECHNICAL APPROACH</vt:lpstr>
      <vt:lpstr>Results and Analysis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Adarsh Goyal</cp:lastModifiedBy>
  <cp:revision>155</cp:revision>
  <dcterms:created xsi:type="dcterms:W3CDTF">2013-12-12T18:46:50Z</dcterms:created>
  <dcterms:modified xsi:type="dcterms:W3CDTF">2025-09-30T08:58:08Z</dcterms:modified>
  <cp:category/>
</cp:coreProperties>
</file>